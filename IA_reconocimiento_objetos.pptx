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7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Introducción a la IA para reconocimiento de objetos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Uso de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preentrenados</a:t>
            </a:r>
            <a:r>
              <a:rPr dirty="0"/>
              <a:t> con Python, </a:t>
            </a:r>
            <a:r>
              <a:rPr dirty="0" err="1"/>
              <a:t>PyTorch</a:t>
            </a:r>
            <a:r>
              <a:rPr dirty="0"/>
              <a:t> y VS Code</a:t>
            </a:r>
          </a:p>
          <a:p>
            <a:r>
              <a:rPr dirty="0" err="1"/>
              <a:t>Qué</a:t>
            </a:r>
            <a:r>
              <a:rPr dirty="0"/>
              <a:t> </a:t>
            </a:r>
            <a:r>
              <a:rPr lang="es-ES" dirty="0"/>
              <a:t>podemos hacer con</a:t>
            </a:r>
            <a:r>
              <a:rPr dirty="0"/>
              <a:t> la IA</a:t>
            </a:r>
          </a:p>
          <a:p>
            <a:r>
              <a:rPr dirty="0"/>
              <a:t>Cómo </a:t>
            </a:r>
            <a:r>
              <a:rPr dirty="0" err="1"/>
              <a:t>reconocer</a:t>
            </a:r>
            <a:r>
              <a:rPr dirty="0"/>
              <a:t>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imágenes</a:t>
            </a:r>
            <a:endParaRPr dirty="0"/>
          </a:p>
          <a:p>
            <a:r>
              <a:rPr dirty="0"/>
              <a:t>Cómo </a:t>
            </a:r>
            <a:r>
              <a:rPr dirty="0" err="1"/>
              <a:t>hacerlo</a:t>
            </a:r>
            <a:r>
              <a:rPr dirty="0"/>
              <a:t> gratis </a:t>
            </a:r>
            <a:r>
              <a:rPr dirty="0" err="1"/>
              <a:t>en</a:t>
            </a:r>
            <a:r>
              <a:rPr dirty="0"/>
              <a:t> Windows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lang="es-ES" dirty="0"/>
              <a:t>podemos hacer con la IA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Permit</a:t>
            </a:r>
            <a:r>
              <a:rPr lang="es-ES" dirty="0"/>
              <a:t>ir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ordenadores</a:t>
            </a:r>
            <a:r>
              <a:rPr dirty="0"/>
              <a:t>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imágenes</a:t>
            </a:r>
            <a:endParaRPr dirty="0"/>
          </a:p>
          <a:p>
            <a:r>
              <a:rPr dirty="0" err="1"/>
              <a:t>Reconocer</a:t>
            </a:r>
            <a:r>
              <a:rPr dirty="0"/>
              <a:t> </a:t>
            </a:r>
            <a:r>
              <a:rPr dirty="0" err="1"/>
              <a:t>objetos</a:t>
            </a:r>
            <a:endParaRPr dirty="0"/>
          </a:p>
          <a:p>
            <a:r>
              <a:rPr dirty="0" err="1"/>
              <a:t>Aprender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  <a:p>
            <a:r>
              <a:rPr dirty="0"/>
              <a:t>Tomar </a:t>
            </a:r>
            <a:r>
              <a:rPr dirty="0" err="1"/>
              <a:t>decisiones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¿Qué es el reconocimiento de objetos?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Analiza una imagen</a:t>
            </a:r>
          </a:p>
          <a:p>
            <a:r>
              <a:t>Identifica los objetos</a:t>
            </a:r>
          </a:p>
          <a:p>
            <a:r>
              <a:t>Los clasifica por nombre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Entrenar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IA </a:t>
            </a:r>
            <a:r>
              <a:rPr dirty="0" err="1"/>
              <a:t>desde</a:t>
            </a:r>
            <a:r>
              <a:rPr dirty="0"/>
              <a:t> cero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Requiere</a:t>
            </a:r>
            <a:r>
              <a:rPr dirty="0"/>
              <a:t> miles o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imágenes</a:t>
            </a:r>
            <a:endParaRPr dirty="0"/>
          </a:p>
          <a:p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mucha</a:t>
            </a:r>
            <a:r>
              <a:rPr dirty="0"/>
              <a:t> </a:t>
            </a:r>
            <a:r>
              <a:rPr dirty="0" err="1"/>
              <a:t>potencia</a:t>
            </a:r>
            <a:r>
              <a:rPr dirty="0"/>
              <a:t> de </a:t>
            </a:r>
            <a:r>
              <a:rPr dirty="0" err="1"/>
              <a:t>cálculo</a:t>
            </a:r>
            <a:endParaRPr lang="es-ES" dirty="0"/>
          </a:p>
          <a:p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tardar</a:t>
            </a:r>
            <a:r>
              <a:rPr dirty="0"/>
              <a:t> días o </a:t>
            </a:r>
            <a:r>
              <a:rPr dirty="0" err="1"/>
              <a:t>semanas</a:t>
            </a:r>
            <a:endParaRPr lang="es-ES" dirty="0"/>
          </a:p>
          <a:p>
            <a:r>
              <a:rPr lang="es-ES" dirty="0"/>
              <a:t>Grandes Bases de Datos</a:t>
            </a:r>
          </a:p>
          <a:p>
            <a:r>
              <a:rPr lang="es-ES" dirty="0" err="1"/>
              <a:t>GPUs</a:t>
            </a:r>
            <a:r>
              <a:rPr lang="es-ES" dirty="0"/>
              <a:t> caras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GPU?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Procesador</a:t>
            </a:r>
            <a:r>
              <a:rPr dirty="0"/>
              <a:t> </a:t>
            </a:r>
            <a:r>
              <a:rPr dirty="0" err="1"/>
              <a:t>especializado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cálculos</a:t>
            </a:r>
            <a:r>
              <a:rPr dirty="0"/>
              <a:t> </a:t>
            </a:r>
            <a:r>
              <a:rPr dirty="0" err="1"/>
              <a:t>masivos</a:t>
            </a:r>
            <a:endParaRPr dirty="0"/>
          </a:p>
          <a:p>
            <a:r>
              <a:rPr dirty="0"/>
              <a:t>Mucho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rápida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CPU para IA</a:t>
            </a:r>
          </a:p>
          <a:p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entrenar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rápido</a:t>
            </a:r>
            <a:endParaRPr lang="es-ES" dirty="0"/>
          </a:p>
          <a:p>
            <a:r>
              <a:rPr lang="es-ES" dirty="0"/>
              <a:t>Nota: En modelos </a:t>
            </a:r>
            <a:r>
              <a:rPr lang="es-ES" dirty="0" err="1"/>
              <a:t>preentrenados</a:t>
            </a:r>
            <a:r>
              <a:rPr lang="es-ES" dirty="0"/>
              <a:t> no se necesitan </a:t>
            </a:r>
            <a:r>
              <a:rPr lang="es-ES" dirty="0" err="1"/>
              <a:t>GPUs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Problema: entrenar desde cero es difícil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Requiere hardware caro</a:t>
            </a:r>
          </a:p>
          <a:p>
            <a:r>
              <a:t>Requiere tiempo</a:t>
            </a:r>
          </a:p>
          <a:p>
            <a:r>
              <a:t>Requiere grandes bases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modelo preentrenado?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 que ya ha sido entrenada</a:t>
            </a:r>
          </a:p>
          <a:p>
            <a:r>
              <a:t>Lista para usar</a:t>
            </a:r>
          </a:p>
          <a:p>
            <a:r>
              <a:t>No necesitas entrenar desde cero</a:t>
            </a:r>
          </a:p>
          <a:p>
            <a:r>
              <a:t>Gratis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que vamos a usar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PyTorch</a:t>
            </a:r>
          </a:p>
          <a:p>
            <a:r>
              <a:t>Torchvision</a:t>
            </a:r>
          </a:p>
          <a:p>
            <a:r>
              <a:t>VS Code</a:t>
            </a:r>
          </a:p>
          <a:p>
            <a:r>
              <a:t>Windows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funciona el proceso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Cargar imagen</a:t>
            </a:r>
          </a:p>
          <a:p>
            <a:r>
              <a:t>Cargar modelo</a:t>
            </a:r>
          </a:p>
          <a:p>
            <a:r>
              <a:t>Analizar imagen</a:t>
            </a:r>
          </a:p>
          <a:p>
            <a:r>
              <a:t>Mostrar resultado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Gratis</a:t>
            </a:r>
          </a:p>
          <a:p>
            <a:r>
              <a:t>Fácil de usar</a:t>
            </a:r>
          </a:p>
          <a:p>
            <a:r>
              <a:t>No necesitas GPU</a:t>
            </a:r>
          </a:p>
          <a:p>
            <a:r>
              <a:t>Ideal para estudiantes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Coches autónomos</a:t>
            </a:r>
          </a:p>
          <a:p>
            <a:r>
              <a:t>Seguridad</a:t>
            </a:r>
          </a:p>
          <a:p>
            <a:r>
              <a:t>Medicina</a:t>
            </a:r>
          </a:p>
          <a:p>
            <a:r>
              <a:t>Robótica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IA puede reconocer objetos</a:t>
            </a:r>
          </a:p>
          <a:p>
            <a:r>
              <a:t>Los modelos preentrenados facilitan el proceso</a:t>
            </a:r>
          </a:p>
          <a:p>
            <a:r>
              <a:t>No necesitas hardware caro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Crear nuestra propia IA</a:t>
            </a:r>
          </a:p>
          <a:p>
            <a:r>
              <a:t>Usar Python y PyTorch</a:t>
            </a:r>
          </a:p>
          <a:p>
            <a:r>
              <a:t>Ejemplo práctico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243</Words>
  <Application>Microsoft Office PowerPoint</Application>
  <PresentationFormat>Presentación en pantalla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Introducción a la IA para reconocimiento de objetos</vt:lpstr>
      <vt:lpstr>¿Qué podemos hacer con la IA?</vt:lpstr>
      <vt:lpstr>¿Qué es el reconocimiento de objetos?</vt:lpstr>
      <vt:lpstr>Entrenar una IA desde cero</vt:lpstr>
      <vt:lpstr>¿Qué es una GPU?</vt:lpstr>
      <vt:lpstr>Problema: entrenar desde cero es difícil</vt:lpstr>
      <vt:lpstr>¿Qué es un modelo preentrenado?</vt:lpstr>
      <vt:lpstr>Herramientas que vamos a usar</vt:lpstr>
      <vt:lpstr>Cómo funciona el proceso</vt:lpstr>
      <vt:lpstr>Ventajas</vt:lpstr>
      <vt:lpstr>Aplicaciones reales</vt:lpstr>
      <vt:lpstr>Conclusión</vt:lpstr>
      <vt:lpstr>Próximo paso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Sonia Delgado Sierra</cp:lastModifiedBy>
  <cp:revision>3</cp:revision>
  <dcterms:created xsi:type="dcterms:W3CDTF">2013-01-27T09:14:16Z</dcterms:created>
  <dcterms:modified xsi:type="dcterms:W3CDTF">2026-02-23T18:37:28Z</dcterms:modified>
  <cp:category/>
</cp:coreProperties>
</file>